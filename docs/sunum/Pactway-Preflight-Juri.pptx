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3e59b4f114788" /><Relationship Type="http://schemas.openxmlformats.org/officeDocument/2006/relationships/extended-properties" Target="/docProps/app.xml" Id="R0f706a20cc2942cc" /><Relationship Type="http://schemas.openxmlformats.org/officeDocument/2006/relationships/officeDocument" Target="/ppt/presentation.xml" Id="R7d727dd8043a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b182c03b440ee"/>
  </p:sldMasterIdLst>
  <p:notesMasterIdLst>
    <p:notesMasterId xmlns:r="http://schemas.openxmlformats.org/officeDocument/2006/relationships" r:id="Rf9eb1aae974947f3"/>
  </p:notesMasterIdLst>
  <p:sldIdLst>
    <p:sldId xmlns:r="http://schemas.openxmlformats.org/officeDocument/2006/relationships" id="256" r:id="R271aa235ba024f2d"/>
    <p:sldId xmlns:r="http://schemas.openxmlformats.org/officeDocument/2006/relationships" id="257" r:id="R489a53b9d2da4674"/>
    <p:sldId xmlns:r="http://schemas.openxmlformats.org/officeDocument/2006/relationships" id="258" r:id="R7f0cae984d4c4904"/>
    <p:sldId xmlns:r="http://schemas.openxmlformats.org/officeDocument/2006/relationships" id="259" r:id="R0741e10a5f744309"/>
    <p:sldId xmlns:r="http://schemas.openxmlformats.org/officeDocument/2006/relationships" id="260" r:id="R444ddf0119db4dda"/>
    <p:sldId xmlns:r="http://schemas.openxmlformats.org/officeDocument/2006/relationships" id="261" r:id="R737383ca95c44bd4"/>
    <p:sldId xmlns:r="http://schemas.openxmlformats.org/officeDocument/2006/relationships" id="262" r:id="R8506a9ec1f724648"/>
    <p:sldId xmlns:r="http://schemas.openxmlformats.org/officeDocument/2006/relationships" id="263" r:id="R10ea8560dcbd4f26"/>
    <p:sldId xmlns:r="http://schemas.openxmlformats.org/officeDocument/2006/relationships" id="264" r:id="R2105a50612aa4573"/>
    <p:sldId xmlns:r="http://schemas.openxmlformats.org/officeDocument/2006/relationships" id="265" r:id="R7769286ac37d4135"/>
    <p:sldId xmlns:r="http://schemas.openxmlformats.org/officeDocument/2006/relationships" id="266" r:id="Rdf33a10e57144a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7b887d25e42f8" /><Relationship Type="http://schemas.openxmlformats.org/officeDocument/2006/relationships/slideMaster" Target="/ppt/slideMasters/slideMaster1.xml" Id="Rf59b182c03b440ee" /><Relationship Type="http://schemas.openxmlformats.org/officeDocument/2006/relationships/notesMaster" Target="/ppt/notesMasters/notesMaster1.xml" Id="Rf9eb1aae974947f3" /><Relationship Type="http://schemas.openxmlformats.org/officeDocument/2006/relationships/presProps" Target="/ppt/presProps.xml" Id="R2037e8df11fb4c5c" /><Relationship Type="http://schemas.openxmlformats.org/officeDocument/2006/relationships/tableStyles" Target="/ppt/tableStyles.xml" Id="Rf97e542697d24b1a" /><Relationship Type="http://schemas.openxmlformats.org/officeDocument/2006/relationships/slide" Target="/ppt/slides/slide1.xml" Id="R271aa235ba024f2d" /><Relationship Type="http://schemas.openxmlformats.org/officeDocument/2006/relationships/slide" Target="/ppt/slides/slide2.xml" Id="R489a53b9d2da4674" /><Relationship Type="http://schemas.openxmlformats.org/officeDocument/2006/relationships/slide" Target="/ppt/slides/slide3.xml" Id="R7f0cae984d4c4904" /><Relationship Type="http://schemas.openxmlformats.org/officeDocument/2006/relationships/slide" Target="/ppt/slides/slide4.xml" Id="R0741e10a5f744309" /><Relationship Type="http://schemas.openxmlformats.org/officeDocument/2006/relationships/slide" Target="/ppt/slides/slide5.xml" Id="R444ddf0119db4dda" /><Relationship Type="http://schemas.openxmlformats.org/officeDocument/2006/relationships/slide" Target="/ppt/slides/slide6.xml" Id="R737383ca95c44bd4" /><Relationship Type="http://schemas.openxmlformats.org/officeDocument/2006/relationships/slide" Target="/ppt/slides/slide7.xml" Id="R8506a9ec1f724648" /><Relationship Type="http://schemas.openxmlformats.org/officeDocument/2006/relationships/slide" Target="/ppt/slides/slide8.xml" Id="R10ea8560dcbd4f26" /><Relationship Type="http://schemas.openxmlformats.org/officeDocument/2006/relationships/slide" Target="/ppt/slides/slide9.xml" Id="R2105a50612aa4573" /><Relationship Type="http://schemas.openxmlformats.org/officeDocument/2006/relationships/slide" Target="/ppt/slides/slide10.xml" Id="R7769286ac37d4135" /><Relationship Type="http://schemas.openxmlformats.org/officeDocument/2006/relationships/slide" Target="/ppt/slides/slide11.xml" Id="Rdf33a10e5714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d1f12678d40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d7092a5bb47c2" /><Relationship Type="http://schemas.openxmlformats.org/officeDocument/2006/relationships/notesMaster" Target="/ppt/notesMasters/notesMaster1.xml" Id="R2ea747fc2cf9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8f882f4ee4fc8" /><Relationship Type="http://schemas.openxmlformats.org/officeDocument/2006/relationships/notesMaster" Target="/ppt/notesMasters/notesMaster1.xml" Id="R3db0264ca8fb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e6f9984d74f81" /><Relationship Type="http://schemas.openxmlformats.org/officeDocument/2006/relationships/notesMaster" Target="/ppt/notesMasters/notesMaster1.xml" Id="Rfab34a47a8fa48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0ac177c534055" /><Relationship Type="http://schemas.openxmlformats.org/officeDocument/2006/relationships/notesMaster" Target="/ppt/notesMasters/notesMaster1.xml" Id="R9e1d1eec6c37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d441e552d74575" /><Relationship Type="http://schemas.openxmlformats.org/officeDocument/2006/relationships/notesMaster" Target="/ppt/notesMasters/notesMaster1.xml" Id="R21bb4bc9882e41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bdec18f0245bc" /><Relationship Type="http://schemas.openxmlformats.org/officeDocument/2006/relationships/notesMaster" Target="/ppt/notesMasters/notesMaster1.xml" Id="R2eb8b40df93448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ad38064bab45af" /><Relationship Type="http://schemas.openxmlformats.org/officeDocument/2006/relationships/notesMaster" Target="/ppt/notesMasters/notesMaster1.xml" Id="R76c753254306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e2ca6516f142f4" /><Relationship Type="http://schemas.openxmlformats.org/officeDocument/2006/relationships/notesMaster" Target="/ppt/notesMasters/notesMaster1.xml" Id="Rd5915e988d914e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bf7db767944f76" /><Relationship Type="http://schemas.openxmlformats.org/officeDocument/2006/relationships/notesMaster" Target="/ppt/notesMasters/notesMaster1.xml" Id="R1fec4a006fcb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70e184a9c74336" /><Relationship Type="http://schemas.openxmlformats.org/officeDocument/2006/relationships/notesMaster" Target="/ppt/notesMasters/notesMaster1.xml" Id="R9fe3aea6daad4c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05e85194c4151" /><Relationship Type="http://schemas.openxmlformats.org/officeDocument/2006/relationships/notesMaster" Target="/ppt/notesMasters/notesMaster1.xml" Id="Ra7b011ef9b3f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Açılış: Pactway, AI trading ajanı geliştiricileri ve operatörleri için dar kapsamlı bir preflight aracıdır.</a:t>
            </a:r>
          </a:p>
          <a:p xmlns:a="http://schemas.openxmlformats.org/drawingml/2006/main">
            <a:r>
              <a:t>Bugün tek bir AVAX-USDT spot limit alım önerisini nasıl sınırlandırdığımızı ve doğruladığımızı göstereceğim.</a:t>
            </a:r>
          </a:p>
          <a:p xmlns:a="http://schemas.openxmlformats.org/drawingml/2006/main">
            <a:r>
              <a:t>Kaynak: docs/PREFLIGHT-KAPSAM.md ve docs/PREFLIGHT-KULLANIM.md.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Hedef kullanıcı son yatırımcı değil. Ajan geliştiren ekip veya ajanı işleten operatördür.</a:t>
            </a:r>
          </a:p>
          <a:p xmlns:a="http://schemas.openxmlformats.org/drawingml/2006/main">
            <a:r>
              <a:t>Temel sorun, modelin önerisi ile borsaya gidecek emir arasındaki kontrol boşluğudur.</a:t>
            </a:r>
          </a:p>
          <a:p xmlns:a="http://schemas.openxmlformats.org/drawingml/2006/main">
            <a:r>
              <a:t>Pactway yalnız bu boşlukta, tek öneri üzerinde çalışır.</a:t>
            </a:r>
          </a:p>
          <a:p xmlns:a="http://schemas.openxmlformats.org/drawingml/2006/main">
            <a:r>
              <a:t>Kaynak: docs/PREFLIGHT-KAPSAM.md.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Akış dört parçadan oluşur: değişmez politika, aday öneri, sınırlı ajan incelemesi ve bağımsız kesin kontrol.</a:t>
            </a:r>
          </a:p>
          <a:p xmlns:a="http://schemas.openxmlformats.org/drawingml/2006/main">
            <a:r>
              <a:t>Ajan nihai kararı vermez. Governor exact decimal kurallarla ALLOW, BLOCK veya INSUFFICIENT_DATA üretir.</a:t>
            </a:r>
          </a:p>
          <a:p xmlns:a="http://schemas.openxmlformats.org/drawingml/2006/main">
            <a:r>
              <a:t>Rapor ilk ve son öneriyi ayırır. Bu sayede model neyi değiştirdi görülebilir.</a:t>
            </a:r>
          </a:p>
          <a:p xmlns:a="http://schemas.openxmlformats.org/drawingml/2006/main">
            <a:r>
              <a:t>Kaynak: docs/PREFLIGHT-KAPSAM.md ve docs/PREFLIGHT-KULLANIM.md.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Canlı kabulde kullanılan politika 25 USDT azami bedel, 25 USDT/AVAX azami fiyat ve 600 saniyeydi.</a:t>
            </a:r>
          </a:p>
          <a:p xmlns:a="http://schemas.openxmlformats.org/drawingml/2006/main">
            <a:r>
              <a:t>Bedel limiti ücret hariçtir. Bu ayrım ekranda açıkça gösterilir.</a:t>
            </a:r>
          </a:p>
          <a:p xmlns:a="http://schemas.openxmlformats.org/drawingml/2006/main">
            <a:r>
              <a:t>Onaylanan politika değişmez. Süre uzatılmaz; değişiklik için yeni politika gerekir.</a:t>
            </a:r>
          </a:p>
          <a:p xmlns:a="http://schemas.openxmlformats.org/drawingml/2006/main">
            <a:r>
              <a:t>Kaynak: docs/PREFLIGHT-KABUL-2026-10-17.md.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Ajan yerel qwen3:4b-instruct ile çalışır. En fazla iki model çağrısı yapar.</a:t>
            </a:r>
          </a:p>
          <a:p xmlns:a="http://schemas.openxmlformats.org/drawingml/2006/main">
            <a:r>
              <a:t>Sadece market_get_ticker ve market_get_instruments araçlarını sabit argümanlarla okur.</a:t>
            </a:r>
          </a:p>
          <a:p xmlns:a="http://schemas.openxmlformats.org/drawingml/2006/main">
            <a:r>
              <a:t>Tek revizyon yapabilir ve fiyat ile miktarı yalnız azaltabilir. Geçerli aday bulamazsa WAIT der.</a:t>
            </a:r>
          </a:p>
          <a:p xmlns:a="http://schemas.openxmlformats.org/drawingml/2006/main">
            <a:r>
              <a:t>Düzeltilmiş adayı model serbestçe yazmaz; serverDerived.suggestedCandidate değerini sunucu hesaplar.</a:t>
            </a:r>
          </a:p>
          <a:p xmlns:a="http://schemas.openxmlformats.org/drawingml/2006/main">
            <a:r>
              <a:t>Modelin emir, transfer veya final verdict yetkisi yoktur.</a:t>
            </a:r>
          </a:p>
          <a:p xmlns:a="http://schemas.openxmlformats.org/drawingml/2006/main">
            <a:r>
              <a:t>Kaynak: docs/PREFLIGHT-KAPSAM.md.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ayrım ürünün ana güvenlik fikridir: model aday önerir, governor kararı verir.</a:t>
            </a:r>
          </a:p>
          <a:p xmlns:a="http://schemas.openxmlformats.org/drawingml/2006/main">
            <a:r>
              <a:t>Rapor on kontrol kaydeder: politika, ajan planı, model incelemesi, kapsam, fiyat ve bedel sınırları, kanıt, enstrüman, fiyat grid ve miktar grid kontrolleri.</a:t>
            </a:r>
          </a:p>
          <a:p xmlns:a="http://schemas.openxmlformats.org/drawingml/2006/main">
            <a:r>
              <a:t>Eksik veya eski kanıt ALLOW üretmez. Sonuç INSUFFICIENT_DATA olur.</a:t>
            </a:r>
          </a:p>
          <a:p xmlns:a="http://schemas.openxmlformats.org/drawingml/2006/main">
            <a:r>
              <a:t>ALLOW yalnız listelenen kontrollerin geçtiğini söyler. Yatırım tavsiyesi veya gerçekleşme garantisi değildir.</a:t>
            </a:r>
          </a:p>
          <a:p xmlns:a="http://schemas.openxmlformats.org/drawingml/2006/main">
            <a:r>
              <a:t>Kaynak: docs/PREFLIGHT-KAPSAM.md ve docs/PREFLIGHT-KULLANIM.md.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ekran gerçek 18783 canlı kabul turundan alındı.</a:t>
            </a:r>
          </a:p>
          <a:p xmlns:a="http://schemas.openxmlformats.org/drawingml/2006/main">
            <a:r>
              <a:t>İlk öneri 26.001 USDT/AVAX ve 0.4 AVAX idi. Ajan fiyatı 25’e indirdi, ikinci turda ACCEPT dedi.</a:t>
            </a:r>
          </a:p>
          <a:p xmlns:a="http://schemas.openxmlformats.org/drawingml/2006/main">
            <a:r>
              <a:t>Governor dokuz kontrolü yeniden çalıştırdı ve ALLOW üretti.</a:t>
            </a:r>
          </a:p>
          <a:p xmlns:a="http://schemas.openxmlformats.org/drawingml/2006/main">
            <a:r>
              <a:t>Ekran aynı anda model eylemini ve bağımsız sonucu ayrı gösteriyor.</a:t>
            </a:r>
          </a:p>
          <a:p xmlns:a="http://schemas.openxmlformats.org/drawingml/2006/main">
            <a:r>
              <a:t>Kaynak: exports/preflight-agent-live-revision.png ve docs/PREFLIGHT-KABUL-2026-10-17.md.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Canlı kabulde üç davranış görüldü: sınırlar içinde ACCEPT ve ALLOW, limit üstünde tek revizyon ve ALLOW, uygulanabilir aday yoksa WAIT ve BLOCK.</a:t>
            </a:r>
          </a:p>
          <a:p xmlns:a="http://schemas.openxmlformats.org/drawingml/2006/main">
            <a:r>
              <a:t>Fiyat birimi USDT/AVAX, miktar birimi AVAX’tır. Ajan eylemi ile bağımsız sonuç ayrı sütunlarda gösterilir.</a:t>
            </a:r>
          </a:p>
          <a:p xmlns:a="http://schemas.openxmlformats.org/drawingml/2006/main">
            <a:r>
              <a:t>Üçüncü örnekte ajan miktarı artırarak minimumu yapay biçimde sağlamadı.</a:t>
            </a:r>
          </a:p>
          <a:p xmlns:a="http://schemas.openxmlformats.org/drawingml/2006/main">
            <a:r>
              <a:t>OKX TR demo ATK yalnız ticker ve enstrüman kurallarını okudu. Emir, iptal veya transfer çağrısı yapılmadı.</a:t>
            </a:r>
          </a:p>
          <a:p xmlns:a="http://schemas.openxmlformats.org/drawingml/2006/main">
            <a:r>
              <a:t>Kaynak: docs/PREFLIGHT-KABUL-2026-10-17.md ve exports/preflight-agent-live-wait.png.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Fuji, ana uygulama akışından ayrı bir bonus kanıtıdır.</a:t>
            </a:r>
          </a:p>
          <a:p xmlns:a="http://schemas.openxmlformats.org/drawingml/2006/main">
            <a:r>
              <a:t>Kullanıcı Core cüzdanıyla iki işlemi imzaladı: commitPolicy blok 59602823 ve appendDecision blok 59603314.</a:t>
            </a:r>
          </a:p>
          <a:p xmlns:a="http://schemas.openxmlformats.org/drawingml/2006/main">
            <a:r>
              <a:t>Registry mevcut bir kontrattır ve tek canlı raporun hash taahhüdünü tutar.</a:t>
            </a:r>
          </a:p>
          <a:p xmlns:a="http://schemas.openxmlformats.org/drawingml/2006/main">
            <a:r>
              <a:t>Bu taahhüt CEX emri, fill, model kalitesi veya kaynak verinin doğruluğunu kanıtlamaz. Uygulama otomatik anchor yapmaz.</a:t>
            </a:r>
          </a:p>
          <a:p xmlns:a="http://schemas.openxmlformats.org/drawingml/2006/main">
            <a:r>
              <a:t>Kaynak: exports/preflight-fuji-c7a705ae-v2/ONCHAIN-SONUC.md.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kabul kaydında tüm repo testleri 535 PASS, odaklı Preflight testleri 116 PASS ve ayrıca iki HTTP testi kaydedildi.</a:t>
            </a:r>
          </a:p>
          <a:p xmlns:a="http://schemas.openxmlformats.org/drawingml/2006/main">
            <a:r>
              <a:t>116 test, 535 toplamın içindedir. Sayıları birbirine eklemiyoruz.</a:t>
            </a:r>
          </a:p>
          <a:p xmlns:a="http://schemas.openxmlformats.org/drawingml/2006/main">
            <a:r>
              <a:t>Bugünkü ürün tek enstrüman ve tek emir tipinde kalır. Sağdaki maddeler yalnız roadmap’tir.</a:t>
            </a:r>
          </a:p>
          <a:p xmlns:a="http://schemas.openxmlformats.org/drawingml/2006/main">
            <a:r>
              <a:t>Kaynak: docs/PREFLIGHT-KABUL-2026-10-17.md.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sırası: politikayı oluşturup onaylayın, üç adayı çalıştırın, sonra JSON raporunda ilk ve son adayı gösterin.</a:t>
            </a:r>
          </a:p>
          <a:p xmlns:a="http://schemas.openxmlformats.org/drawingml/2006/main">
            <a:r>
              <a:t>Yerel canlı adres yalnız sunum bilgisayarında, özel terminal oturumu açıkken çalışır.</a:t>
            </a:r>
          </a:p>
          <a:p xmlns:a="http://schemas.openxmlformats.org/drawingml/2006/main">
            <a:r>
              <a:t>Public URL statik replay sayfasıdır ve üç sabit örnek gösterir. Canlı kişisel operatör akışı bulutta çalışmaz.</a:t>
            </a:r>
          </a:p>
          <a:p xmlns:a="http://schemas.openxmlformats.org/drawingml/2006/main">
            <a:r>
              <a:t>Kapanış cümlesi: Pactway modelin hareket alanını sınırlar ve son kararı kesin kurallara bırakır.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e7579ec8c4d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e74878f1a40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9bd12dd2b44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661946b6048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89adf52a740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59e06b339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FFC7C-B943-44B1-957D-BDB0F9825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358737-CE0A-4C20-B3AB-9F42F67C1B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6F6C75-3CB6-4F5E-AFF7-6C87CDE14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CF5D6-9CDF-444B-8886-6B08B814E6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731255-3B88-4A2A-BD2D-C42A71A19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BA9304-21DB-4684-86E2-F969EC1AB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48E5B5-805F-4017-83D3-8C8F4A9DF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329B0F-3E71-4F06-868A-EB097BB402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8E2699-CFEE-4983-9F61-6014DF0C9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E77631-00BE-458E-A0BB-89B482858A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c0e9313cb42a2" /><Relationship Type="http://schemas.openxmlformats.org/officeDocument/2006/relationships/slideLayout" Target="/ppt/slideLayouts/slideLayout1.xml" Id="R3d4527bec8794fb1" /><Relationship Type="http://schemas.openxmlformats.org/officeDocument/2006/relationships/slideLayout" Target="/ppt/slideLayouts/slideLayout2.xml" Id="R6f9a5c231e394664" /><Relationship Type="http://schemas.openxmlformats.org/officeDocument/2006/relationships/slideLayout" Target="/ppt/slideLayouts/slideLayout3.xml" Id="R8164b332de874323" /><Relationship Type="http://schemas.openxmlformats.org/officeDocument/2006/relationships/slideLayout" Target="/ppt/slideLayouts/slideLayout4.xml" Id="R68afa98697e4489d" /><Relationship Type="http://schemas.openxmlformats.org/officeDocument/2006/relationships/slideLayout" Target="/ppt/slideLayouts/slideLayout5.xml" Id="Rd4dedf169ff54e21" /><Relationship Type="http://schemas.openxmlformats.org/officeDocument/2006/relationships/slideLayout" Target="/ppt/slideLayouts/slideLayout6.xml" Id="R7c7185f2e8f5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527bec8794fb1"/>
    <p:sldLayoutId xmlns:r="http://schemas.openxmlformats.org/officeDocument/2006/relationships" id="2147483650" r:id="R6f9a5c231e394664"/>
    <p:sldLayoutId xmlns:r="http://schemas.openxmlformats.org/officeDocument/2006/relationships" id="2147483651" r:id="R8164b332de874323"/>
    <p:sldLayoutId xmlns:r="http://schemas.openxmlformats.org/officeDocument/2006/relationships" id="2147483652" r:id="R68afa98697e4489d"/>
    <p:sldLayoutId xmlns:r="http://schemas.openxmlformats.org/officeDocument/2006/relationships" id="2147483653" r:id="Rd4dedf169ff54e21"/>
    <p:sldLayoutId xmlns:r="http://schemas.openxmlformats.org/officeDocument/2006/relationships" id="2147483654" r:id="R7c7185f2e8f5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8bd8f569e4ba9" /><Relationship Type="http://schemas.openxmlformats.org/officeDocument/2006/relationships/notesSlide" Target="/ppt/notesSlides/notesSlide1.xml" Id="R7c3a9f32ccbe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1ac8ff15b4360" /><Relationship Type="http://schemas.openxmlformats.org/officeDocument/2006/relationships/notesSlide" Target="/ppt/notesSlides/notesSlide2.xml" Id="R93a6d0572c34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7202e6230420c" /><Relationship Type="http://schemas.openxmlformats.org/officeDocument/2006/relationships/notesSlide" Target="/ppt/notesSlides/notesSlide3.xml" Id="R19e1a728d8b8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3e9752a0c4853" /><Relationship Type="http://schemas.openxmlformats.org/officeDocument/2006/relationships/notesSlide" Target="/ppt/notesSlides/notesSlide4.xml" Id="R95590ca0d514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daa20c1494763" /><Relationship Type="http://schemas.openxmlformats.org/officeDocument/2006/relationships/notesSlide" Target="/ppt/notesSlides/notesSlide5.xml" Id="Rc05efb18603e48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f1b52b21041af" /><Relationship Type="http://schemas.openxmlformats.org/officeDocument/2006/relationships/notesSlide" Target="/ppt/notesSlides/notesSlide6.xml" Id="R578cee236ee5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f3b72bd4e45bf" /><Relationship Type="http://schemas.openxmlformats.org/officeDocument/2006/relationships/image" Target="/ppt/media/image.jpeg" Id="Rfd6bff43ca90431c" /><Relationship Type="http://schemas.openxmlformats.org/officeDocument/2006/relationships/notesSlide" Target="/ppt/notesSlides/notesSlide7.xml" Id="R34f6e2b1545a42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391e3ae5e45fd" /><Relationship Type="http://schemas.openxmlformats.org/officeDocument/2006/relationships/notesSlide" Target="/ppt/notesSlides/notesSlide8.xml" Id="R51de01b3e7c547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58ac835e64c8e" /><Relationship Type="http://schemas.openxmlformats.org/officeDocument/2006/relationships/image" Target="/ppt/media/image2.jpeg" Id="Rccc11d7c24be4ef9" /><Relationship Type="http://schemas.openxmlformats.org/officeDocument/2006/relationships/notesSlide" Target="/ppt/notesSlides/notesSlide9.xml" Id="R84cec113922348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d6a4cfabd4935" /><Relationship Type="http://schemas.openxmlformats.org/officeDocument/2006/relationships/notesSlide" Target="/ppt/notesSlides/notesSlide10.xml" Id="R0c03645addf747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f44fb737e4d29" /><Relationship Type="http://schemas.openxmlformats.org/officeDocument/2006/relationships/notesSlide" Target="/ppt/notesSlides/notesSlide11.xml" Id="Rf29cc63646ab46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BA7B3-4AA2-495D-A5EB-C3DD2FD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E8C5"/>
                </a:solidFill>
                <a:latin typeface="Arial"/>
                <a:ea typeface="Arial"/>
                <a:cs typeface="Arial"/>
              </a:rPr>
              <a:t>PACTWAY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49BC9-68CF-4A02-A386-58B6DC7E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PREFLIGHT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AEB6E-B60A-4836-9B1B-F335903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001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AI trading ajanları için</a:t>
            </a:r>
          </a:p>
          <a:p xmlns:a="http://schemas.openxmlformats.org/drawingml/2006/main">
            <a:pPr algn="l">
              <a:def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işlem öncesi kontrol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8E27-09EB-44F5-A20F-4F83A226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CF9AF-0CF0-4947-8ECA-BE9A094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790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Tek bir AVAX-USDT limit alım önerisini, onaylı sınırlar ve canlı salt okunur kanıtla inceler.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F62EF-293A-4D2C-9032-7123758A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AVAX-USDT   SPOT CASH   LIMIT ALIM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9FD0A-9DB1-4AF3-87E9-2021C1C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72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Emir yetkisi kapalı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E4FB3-09C2-4FEC-AACD-2A1E7FB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Jüri sunumu  ·  17 Ekim 2026</a:t>
            </a:r>
          </a:p>
        </p:txBody>
      </p:sp>
    </p:spTree>
    <p:extLst>
      <p:ext uri="{BB962C8B-B14F-4D97-AF65-F5344CB8AC3E}">
        <p14:creationId xmlns:p14="http://schemas.microsoft.com/office/powerpoint/2010/main" val="1965056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FECC2-E086-499F-B488-2353D246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SORUN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9621D-F133-4963-876E-59E03A31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510A1-38A3-45C8-9FA1-7052E07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Hedef kullanıcı ve sorun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B65A9-0592-49F7-8015-E5288EB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66677-F2B2-4DCC-A454-C9DCB9A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Bir ajan öneri üretebilir. Operatör yine de kuralları kanıtlamak zorundadır.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07DC3-BD03-407D-BB9D-9C01828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KİM?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6C98B-21DD-4AB9-A16A-3751D189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AI trading ajanı</a:t>
            </a:r>
          </a:p>
          <a:p xmlns:a="http://schemas.openxmlformats.org/drawingml/2006/main">
            <a: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geliştiricisi veya</a:t>
            </a:r>
          </a:p>
          <a:p xmlns:a="http://schemas.openxmlformats.org/drawingml/2006/main">
            <a:pPr algn="l">
              <a:def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operatörü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B4E8B-DC17-4271-83E4-06AC505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Bir modelin önerisi, borsa kurallarına ve operatörün sınırlarına uygunluk kanıtı değildir.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0AD05-335A-446C-89B4-5BEE085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38FC7-8CC2-466B-BB3E-0819A7DF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NERESİ KIRILIR?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B27C4-B5CE-4200-92B0-11B6EE2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C937D-8F2E-4B2B-8AF4-72EDB7D9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241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Onaylanan fiyat veya emir bedeli sınırı aşılır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B8D1-5689-4F65-9EBA-9A7DA3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6CBF6-1A69-45BE-9228-9D0AE4A8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776FC-6323-4078-882B-B8E4A59B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Tick, lot veya minimum miktar kuralı kaçırılır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3A385-05E6-424F-AB8A-B8BA5CA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E8238-B65D-426B-9503-3D80779C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52837-2295-439A-B781-DD253DCE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815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Piyasa kanıtı eski, eksik ya da başka oturuma aittir</a:t>
            </a:r>
          </a:p>
        </p:txBody>
      </p:sp>
    </p:spTree>
    <p:extLst>
      <p:ext uri="{BB962C8B-B14F-4D97-AF65-F5344CB8AC3E}">
        <p14:creationId xmlns:p14="http://schemas.microsoft.com/office/powerpoint/2010/main" val="2133419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518D9-9F24-40E5-AB8A-C41B212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24A84-3CBD-4F3C-B1E1-89098F2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DF572-E401-4213-89F9-99B6746B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Pactway ne yapar?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28B53-B351-4B92-8C33-B6051F2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6DC81-2855-4B0D-8515-1BBC1DA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Operatör sınırı onaylar. Ajan öneriyi inceler. Kesin kurallar sonucu üretir.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94FB-C649-48EC-8B31-0E64806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3FA18-7C0A-4C1E-9D19-56978A6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Politika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16FDB-9665-4FD5-BF70-5263ABD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Azami bedel, fiyat ve süre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60CA6-4AEB-40A9-B4AB-39EA417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574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E39B4-199B-427D-BAD3-CD102D1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28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6926D-0A02-4D52-968E-7D14D00F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Öneri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9F8C-B870-43DD-86D1-7497ACF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Fiyat ve AVAX miktarı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5F6C5-A848-4B13-86CC-FF63B2E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574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5EB90-1BB9-416F-B7D4-54C76AC9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6A34D-17A1-467B-9A6B-D9DFA2C0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Ajan incelemesi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60AEC-86F9-4C57-A9B4-EFF28125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ACCEPT, REVISE veya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7916F-C215-466E-93A1-1D7E5FF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574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83B87-8A93-4C2C-B677-F51E050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16535-6880-43AF-9DE0-D747B2D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Bağımsız kontrol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2426E-E7ED-4E5D-9870-59FDB4C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ALLOW, BLOCK veya veri yetersiz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35EBE-5F1F-4CB4-B84D-42CB4B3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ÇIKTI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BC410-662D-493F-BC2C-6EE22AA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959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İlk ve son öneriyi, karar gerekçesini ve hash bağlı JSON raporunu birlikte gösterir.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AD416-28C7-4EDB-A668-3F4C05A1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Rapor yereldir. Emir göndermez.</a:t>
            </a:r>
          </a:p>
        </p:txBody>
      </p:sp>
    </p:spTree>
    <p:extLst>
      <p:ext uri="{BB962C8B-B14F-4D97-AF65-F5344CB8AC3E}">
        <p14:creationId xmlns:p14="http://schemas.microsoft.com/office/powerpoint/2010/main" val="1995910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04225-D069-422E-82A1-89B4410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AKIŞ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E8722-7732-49D1-BEA3-CAAF6F2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CCEB-4FD0-4623-9F08-B1A5646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Operatör kontrolü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BB1BA-9E9C-4F81-86B1-E80C3A5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56385-E5DE-426F-B473-10877DF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Sınırlar model çağrısından önce açıkça onaylanır ve sonradan değişmez.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87F70-ACB6-406E-9A42-FC7A0DB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25 USDT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8ED7A-D071-4F70-AFE8-E97C4106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azami emir bedeli</a:t>
            </a:r>
          </a:p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ücret hariç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CF3E3-54E4-4E5B-8284-762FE957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25 USDT/AVAX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42364-7656-407A-9FF9-9F4E3F1C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birim fiyat üst sınırı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44830-75A0-48FA-80E6-246F40E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600 sn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0AFE2-1D43-4A55-82E5-C77BB176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geçerlilik süresi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D35B4-52FD-4C53-B2A9-C718242F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E58DE-B0C6-40F9-BEA7-438DB732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POLİTİKA HASH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79CCB-E305-415A-B5CE-F48C654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Sunucu özeti ve hash operatör tarafından onaylanır. Değişiklik, yeni politika gerektirir.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0B14C-61F1-41C8-B570-9274071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Süre taslak oluşturulduğunda başlar</a:t>
            </a:r>
          </a:p>
        </p:txBody>
      </p:sp>
    </p:spTree>
    <p:extLst>
      <p:ext uri="{BB962C8B-B14F-4D97-AF65-F5344CB8AC3E}">
        <p14:creationId xmlns:p14="http://schemas.microsoft.com/office/powerpoint/2010/main" val="494082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CDB39-1D1F-48D8-9838-CFFB3059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AJAN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2963-25A0-4B9D-981C-1588CE3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E8060-867F-4494-A878-33899C3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Ajan katkısı sınırlı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5DE9C-32C5-4794-AFAA-FF58D1FF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F09C4-3351-44A5-AA02-167DA8D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Yerel qwen3:4b-instruct, sabit salt okunur kanıtı ve governor geri bildirimini inceler.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47422-180B-46BE-84DE-452BC6E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42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BAB62-0D05-4618-B32D-5C4A636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en fazla model çağrısı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230C8-6576-4703-8C74-A35A810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28850"/>
            <a:ext cx="142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224DC-9928-4CCD-B21A-B2D3B205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05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aşağı yönlü revizyon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6941E-49AA-42CF-8B9D-AE700552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142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CC448-BAD9-4147-82D6-6B625D1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sabit ATK aracı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291DE-326A-4578-9934-FFA17888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28850"/>
            <a:ext cx="142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defPPr>
            <a:lvl1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F16F75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F4540-51C3-4D2C-9E99-1166D63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emir yetkisi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234DC-0B7D-4491-9C2C-A12137E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FF8AE-252A-48A1-B744-7B50FEA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9EAFC-2266-442B-8FE8-24C4353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Öneri mevcut sınırlar içinde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F1C94-404A-45DB-BA08-25CDD8BD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76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34DE5-2B9C-412D-BCA9-07C2DED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625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Fiyatı veya miktarı yalnız azaltır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C3932-20F2-47BA-B6E4-76F8F03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A31E7-38E7-437D-BAA6-11F7EA3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625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Geçerli öneri bulamazsa ilerlemez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CC439-16A9-46B2-B06A-1F72AD2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245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Önerilen düzeltmeyi sunucu hesaplar.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C3EA3-1340-4993-A748-D9556DA1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Araçlar: market_get_ticker  ·  market_get_instruments</a:t>
            </a:r>
          </a:p>
        </p:txBody>
      </p:sp>
    </p:spTree>
    <p:extLst>
      <p:ext uri="{BB962C8B-B14F-4D97-AF65-F5344CB8AC3E}">
        <p14:creationId xmlns:p14="http://schemas.microsoft.com/office/powerpoint/2010/main" val="785931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2E3402-B581-43C7-9D15-4352D1A0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KONTROL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C1CC-878F-4D32-BAFE-26193078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DA949-4E7B-48E0-A0EC-B3C01A2E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Model önerir, governor karar verir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BCBCC-89E7-44C3-9A49-8EA548A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33604-13B5-4A5A-9897-DB561773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Son karar, tam hassasiyetli ondalık hesap ve rapordaki kapsam kontrollerinden gelir.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08A40-1488-4139-B1F0-ADB6ADE5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F3303-C3A5-42FA-86DA-91FFDCB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“25’e indir ve</a:t>
            </a:r>
          </a:p>
          <a:p xmlns:a="http://schemas.openxmlformats.org/drawingml/2006/main">
            <a:pPr algn="l">
              <a:def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0.4 AVAX bırak”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C604D-3F4C-48F8-B1C5-439FD47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Öneri üretir. Yetki üretmez.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0F551-E357-4FD3-B979-1322EA0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EAD3E-676B-4E9A-9D8B-20AE60F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GOVERNOR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0C086-23EF-4808-9C25-C4C5050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5584A-10FE-467F-973B-0D6FFC2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Politika ve süre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9A649-0898-4F01-B6E2-7D41B508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B6CA2-0F28-4976-A08F-2D1EE77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Ajan planı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8E867-F103-48F2-ABA7-27D3A4B0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15A1A-07DC-4B06-BDB7-3F2DD28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Model incelemesi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10A1E-4CA4-4AB2-9BD5-312265FC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D04AA-A499-4C75-84D7-892CB78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Ürün kapsamı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DBB77-6B4A-4D8E-9D98-3E3CA43D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C3A2E-1DB9-49DD-BAC7-8AA98FA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Fiyat üst sınırı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A031E-C772-43E9-99ED-E3DC39D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9CD1C-EDB5-4E0B-AA38-076344A7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Emir bedeli sınırı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32DE5-A381-4CCA-9A61-DCF6CCF4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2524C-AE89-43BF-9509-83BCC74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Kanıt tazeliği ve bağı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96734-EB67-466A-A0AA-E9BBA6E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B216D-442C-4E68-8C48-2F526F0A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Enstrüman durumu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E8671-170E-4118-A4A7-6441F0B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502C9-5C2F-46F3-8EEB-00AC3890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Fiyat adımı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EDFA9-06A0-4B35-A8C7-90B1EF9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530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EEB25-7ACB-4FFB-B33F-FF092E3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53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FFF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9EA"/>
                </a:solidFill>
                <a:latin typeface="Arial"/>
                <a:ea typeface="Arial"/>
                <a:cs typeface="Arial"/>
              </a:rPr>
              <a:t>Miktar adımı, min/max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34AD4-E50D-4F83-B16C-01CFB37A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57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149D6-438E-4396-A94E-D91F8DEE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657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EDA83-D9E8-4B9D-9002-F214A58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769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INSUFFICIENT_DATA</a:t>
            </a:r>
          </a:p>
        </p:txBody>
      </p:sp>
    </p:spTree>
    <p:extLst>
      <p:ext uri="{BB962C8B-B14F-4D97-AF65-F5344CB8AC3E}">
        <p14:creationId xmlns:p14="http://schemas.microsoft.com/office/powerpoint/2010/main" val="487440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A0F74-DF9C-4A46-BA1C-D6BE0B8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KANIT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155E6-C730-4970-826B-E9A4FC7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0536C-F401-4486-95D3-057E3706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Canlı çalışan örnek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20A79-4198-46BB-BDDB-845164EA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FECE1-AF59-4D96-8B37-992A7D15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26.001 × 0.4 önerisi tek revizyonda 25 × 0.4 oldu ve bağımsız kontrolden geçti.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F1428-E6F8-4E80-B28A-181B742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İLK ÖNERİ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23369-C6A3-4D2B-A344-AC76B4E8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26.001 × 0.4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8A6FA-59E0-43E7-B5DD-30E5D0C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DB718-D324-442E-9E09-6130117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NORMALIZE_TO_RULES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8359-006F-467F-ACB1-40A9BF27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SON ÖNERİ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1F1CA-5640-43EC-9012-24FCB5D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25 × 0.4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6B4ED-983C-4A6B-BE0C-F49ABDE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ACCEPT  ·  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C7C6C-EF90-40E4-8BF2-14E02D4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Gerçek OKX salt okunur kanıtı + yerel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6DDA0-CAE3-47A5-9C04-04512AB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62175"/>
            <a:ext cx="6248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E5E3A-ACFE-4171-89A6-74968F459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bff43ca90431c"/>
          <a:srcRect xmlns:a="http://schemas.openxmlformats.org/drawingml/2006/main" l="0" t="20000" r="0" b="25000"/>
          <a:stretch xmlns:a="http://schemas.openxmlformats.org/drawingml/2006/main"/>
        </p:blipFill>
        <p:spPr>
          <a:xfrm xmlns:a="http://schemas.openxmlformats.org/drawingml/2006/main">
            <a:off x="5257800" y="2190750"/>
            <a:ext cx="6191250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47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D4D06-62D4-4800-A5DF-5AEA0F01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CANLI KABUL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1581-053F-4E34-900D-DB5FFC9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4DB50-6254-4995-BA35-3BB37AD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Üç canlı davranış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ABC07-F2C1-4AEB-85E0-673BF5C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03100-AC2A-4ED3-B773-47A9999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Aynı politika altında kabul, tek revizyon ve güvenli bekleme ayrı ayrı doğrulandı.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CB9D1-161F-4DBD-9B69-A8A8B1A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FİYAT (USDT/AVAX) × MİKTAR (AVAX)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C288D-9877-4D17-9D9D-70AE47D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AJAN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F7FAD-23C4-4479-AE36-3B7C41E9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BAĞIMSIZ SONUÇ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0FA34-9FFF-4E29-8DE1-DDD40A8C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25 × 0.4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CBDAB-74C4-4B9B-8720-E9E04DCA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860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3CCB-83E9-4F51-A671-0A6851A3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8B3E2-0BC1-474E-93CA-19830CA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773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A85D7-C518-453F-9E08-D215D1E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26.001 × 0.4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21C37-FEEF-4DE5-9FBE-BC4EC458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528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REVISE → 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097F4-C567-4BC5-821B-338E855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F8287-D09B-4A1B-8AE5-D3034898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773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117E6-D1A8-427B-A9D0-FEB39580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25 × 0.00000001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61906-6DBD-46F0-9E74-0891DE6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D9766-4DE1-4CCE-B5FE-497A498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F4C21-547A-4172-9F30-48D6D81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BB94D-87D5-4FA4-B549-D929CECE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79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OKX TR DEMO ATK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9A82C-9B8A-4A72-8B03-2BA9E56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4320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Ticker ve enstrüman</a:t>
            </a:r>
          </a:p>
          <a:p xmlns:a="http://schemas.openxmlformats.org/drawingml/2006/main">
            <a:pPr algn="r">
              <a:def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kurallarını sağlar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D1062-7EFB-41EE-A254-E6FD029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95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UID eşleşmiş</a:t>
            </a:r>
          </a:p>
          <a:p xmlns:a="http://schemas.openxmlformats.org/drawingml/2006/main">
            <a:pPr algn="r">
              <a:defRPr sz="1425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salt okunur oturum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7946-B2CA-45B2-BA71-6597015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012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Emir  ·  iptal  ·  transfer</a:t>
            </a:r>
          </a:p>
          <a:p xmlns:a="http://schemas.openxmlformats.org/drawingml/2006/main">
            <a:pPr algn="r">
              <a:defRPr sz="1350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YOK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68EDB-0CE9-4BB1-B3FA-AE59369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3/3 gerçek model davranışı  ·  canlı tarayıcı kabulü</a:t>
            </a:r>
          </a:p>
        </p:txBody>
      </p:sp>
    </p:spTree>
    <p:extLst>
      <p:ext uri="{BB962C8B-B14F-4D97-AF65-F5344CB8AC3E}">
        <p14:creationId xmlns:p14="http://schemas.microsoft.com/office/powerpoint/2010/main" val="1102073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316C6-4547-4EAC-BD13-F373C84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HARICI TAAHHÜT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2E658-6D87-4F3C-865D-8359BA4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D0B47-C89B-4406-BBDF-FD36BC5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Avalanche Fuji taahhüdü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92DEC-98AF-41DF-B639-C11972C3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CF970-870A-47EE-A899-BE55F21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Bir canlı raporun politika ve rapor hash’i, kullanıcı imzasıyla mevcut registry’ye yazıldı.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9E5B9-F6F2-458C-9E57-B0E95EEC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66294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D0DC-E161-42E4-B412-6FB787312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11d7c24be4ef9"/>
          <a:srcRect xmlns:a="http://schemas.openxmlformats.org/drawingml/2006/main" l="3950" t="0" r="39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15265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444B-99BD-43A6-B741-629F7868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43113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3D549-4FF8-4050-AF83-3C6D7B4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Avalanche Fuji chain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8E788-3FC8-4971-A29B-A559A21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2 başarılı işlem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25CE7-9456-4FBD-A4EA-6C2BF08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671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commitPolicy</a:t>
            </a:r>
          </a:p>
          <a:p xmlns:a="http://schemas.openxmlformats.org/drawingml/2006/main">
            <a:pPr algn="r">
              <a:defRPr sz="150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appendDecision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30859-7E42-4501-B14B-F746085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67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Kanıtlanan: hash taahhüdü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B5E63-9052-4690-B723-161406A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387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Kanıtlanmayan: CEX gerçekleşmesi veya kaynak doğruluğu</a:t>
            </a:r>
          </a:p>
        </p:txBody>
      </p:sp>
    </p:spTree>
    <p:extLst>
      <p:ext uri="{BB962C8B-B14F-4D97-AF65-F5344CB8AC3E}">
        <p14:creationId xmlns:p14="http://schemas.microsoft.com/office/powerpoint/2010/main" val="2119358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C9A47-CD86-4F37-912D-DFE1C63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KAPSAM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14014-8856-4918-92AB-DC395809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4E224-C3E0-4C9E-B921-A26C690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Bugünkü kapsam, yarınki yön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8C2F8-113C-4F38-84F1-026DCB4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06C6-9761-49C8-A00E-F91C4B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Çalışan çekirdek dar tutuldu. Genişleme maddeleri roadmap olarak ayrıldı.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E9973-ED7B-4C23-8AA1-CB00653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535/535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5849F-E131-4AC9-8D5F-CD119F7C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tüm repo testleri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F74FB-BE66-4901-9C91-CEDB7685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116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E686C-73AA-4649-B54D-5235C1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odaklı test, toplamın içinde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0EBE5-E427-434C-8949-8E42EC7D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58D2B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E4C5E-FD52-4546-A044-92BC2DD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C7B68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7B68F"/>
                </a:solidFill>
                <a:latin typeface="Arial"/>
                <a:ea typeface="Arial"/>
                <a:cs typeface="Arial"/>
              </a:rPr>
              <a:t>HTTP kabul testi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E253D-7903-4CA6-B93B-D33C6DCD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43CA2-8626-4043-AD31-3454766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BUGÜN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BBA0A-A30F-4639-BAD4-0E8499DF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AVAX-USDT  ·  spot cash  ·  limit alım</a:t>
            </a:r>
          </a:p>
          <a:p xmlns:a="http://schemas.openxmlformats.org/drawingml/2006/main">
            <a:pPr algn="l">
              <a:def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Yerel model  ·  salt okunur kanıt  ·  LOCAL_ONLY rapor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7B7BF-0EA4-45EF-A32F-754BFF6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42636-9A38-4073-BD89-7805FFF8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386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Ek enstrüman ve borsalar</a:t>
            </a:r>
          </a:p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İmzalı kaynak makbuzları</a:t>
            </a:r>
          </a:p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Operatör onaylı otomatik anchoring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1936E-47E6-43BC-9573-C43BCE6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816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F16F7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16F75"/>
                </a:solidFill>
                <a:latin typeface="Arial"/>
                <a:ea typeface="Arial"/>
                <a:cs typeface="Arial"/>
              </a:rPr>
              <a:t>Roadmap maddeleri uygulanmış özellik değildir.</a:t>
            </a:r>
          </a:p>
        </p:txBody>
      </p:sp>
    </p:spTree>
    <p:extLst>
      <p:ext uri="{BB962C8B-B14F-4D97-AF65-F5344CB8AC3E}">
        <p14:creationId xmlns:p14="http://schemas.microsoft.com/office/powerpoint/2010/main" val="477499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0E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B8A8A-C0FD-45DA-ADB2-867DAF4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KAPANIŞ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843C8-5A1D-4BD4-A6FD-98C1D5BB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80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80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2CFD3-D451-4289-9F47-CF3DD9D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Canlı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C0EFF-325A-4790-BDDC-C9D4F347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37D42-60FD-4D6C-A599-91ACD475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Politikayı onayla, üç öneriyi çalıştır, model eylemi ile governor sonucunu karşılaştır.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2DADD-49B4-4586-9B35-70DFD01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7BECF-7983-46CB-9EF8-CD7CAF77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25 / 25 / 600 politikasını onayla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4B15-22C7-4A83-B859-133CE5A7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1DF22-B1DF-4E94-99B6-6A8028B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ACCEPT, REVISE ve WAIT akışlarını göster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6A216-70EA-480F-914A-2CC9315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A5064-DE9B-4A22-885E-ED5919FA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9EA"/>
                </a:solidFill>
                <a:latin typeface="Georgia"/>
                <a:ea typeface="Georgia"/>
                <a:cs typeface="Georgia"/>
              </a:rPr>
              <a:t>JSON raporunda ilk ve son öneriyi doğrula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2D2B2-94F4-443D-B512-AB94E8E8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19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CF759-69B6-42D2-87AC-59787E43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145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58D2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D2B7"/>
                </a:solidFill>
                <a:latin typeface="Arial"/>
                <a:ea typeface="Arial"/>
                <a:cs typeface="Arial"/>
              </a:rPr>
              <a:t>YEREL CANLI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17BDE-138C-4623-BE8F-64638F82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6E8C5"/>
                </a:solidFill>
                <a:latin typeface="Arial"/>
                <a:ea typeface="Arial"/>
                <a:cs typeface="Arial"/>
              </a:rPr>
              <a:t>http://127.0.0.1:18783/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4929D-321D-4F0E-8D47-DE68D724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C7B68F"/>
                </a:solidFill>
                <a:latin typeface="Georgia"/>
                <a:ea typeface="Georgia"/>
                <a:cs typeface="Georgia"/>
              </a:rPr>
              <a:t>Salt okunur bağlantı ve yerel model açıkken çalışır.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D3E3C-F640-4E55-8F43-227C2C9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719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1A5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1A53D"/>
                </a:solidFill>
                <a:latin typeface="Arial"/>
                <a:ea typeface="Arial"/>
                <a:cs typeface="Arial"/>
              </a:rPr>
              <a:t>PUBLIC REPLAY  ·  3 SABİT ÖRNEK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42545-35BE-4317-9E01-27ED0FE2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762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6E8C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E8C5"/>
                </a:solidFill>
                <a:latin typeface="Arial"/>
                <a:ea typeface="Arial"/>
                <a:cs typeface="Arial"/>
              </a:rPr>
              <a:t>pactway-preflight-demo.vercel.app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64BEA-FB96-47FA-ADE0-60313A1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6E8C5"/>
                </a:solidFill>
                <a:latin typeface="Georgia"/>
                <a:ea typeface="Georgia"/>
                <a:cs typeface="Georgia"/>
              </a:rPr>
              <a:t>Karar modelde değil, kesin kurallarda.</a:t>
            </a:r>
          </a:p>
        </p:txBody>
      </p:sp>
    </p:spTree>
    <p:extLst>
      <p:ext uri="{BB962C8B-B14F-4D97-AF65-F5344CB8AC3E}">
        <p14:creationId xmlns:p14="http://schemas.microsoft.com/office/powerpoint/2010/main" val="1645120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2026-10-17T14:37:24.5930000Z</dcterms:created>
  <dcterms:modified xsi:type="dcterms:W3CDTF">2026-10-17T14:37:24.5930000Z</dcterms:modified>
</coreProperties>
</file>